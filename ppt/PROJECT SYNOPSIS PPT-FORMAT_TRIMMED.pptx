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1" r:id="rId4"/>
    <p:sldId id="260" r:id="rId5"/>
    <p:sldId id="259" r:id="rId6"/>
    <p:sldId id="261" r:id="rId7"/>
    <p:sldId id="273" r:id="rId8"/>
    <p:sldId id="272" r:id="rId10"/>
    <p:sldId id="263" r:id="rId11"/>
    <p:sldId id="264" r:id="rId1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IHANA HAIDER" userId="feea5b789fbace17" providerId="LiveId" clId="{62240055-6E5F-4B16-9FAE-C0DEBC3C6ADC}"/>
    <pc:docChg chg="addSld delSld modSld sldOrd">
      <pc:chgData name="RAIHANA HAIDER" userId="feea5b789fbace17" providerId="LiveId" clId="{62240055-6E5F-4B16-9FAE-C0DEBC3C6ADC}" dt="2025-03-20T08:55:58.891" v="64" actId="20577"/>
      <pc:docMkLst>
        <pc:docMk/>
      </pc:docMkLst>
      <pc:sldChg chg="ord">
        <pc:chgData name="RAIHANA HAIDER" userId="feea5b789fbace17" providerId="LiveId" clId="{62240055-6E5F-4B16-9FAE-C0DEBC3C6ADC}" dt="2025-03-20T08:55:23.382" v="39"/>
        <pc:sldMkLst>
          <pc:docMk/>
          <pc:sldMk cId="0" sldId="259"/>
        </pc:sldMkLst>
      </pc:sldChg>
      <pc:sldChg chg="modSp mod">
        <pc:chgData name="RAIHANA HAIDER" userId="feea5b789fbace17" providerId="LiveId" clId="{62240055-6E5F-4B16-9FAE-C0DEBC3C6ADC}" dt="2025-03-20T08:54:05.328" v="22" actId="20577"/>
        <pc:sldMkLst>
          <pc:docMk/>
          <pc:sldMk cId="0" sldId="262"/>
        </pc:sldMkLst>
        <pc:spChg chg="mod">
          <ac:chgData name="RAIHANA HAIDER" userId="feea5b789fbace17" providerId="LiveId" clId="{62240055-6E5F-4B16-9FAE-C0DEBC3C6ADC}" dt="2025-03-20T08:54:05.328" v="22" actId="20577"/>
          <ac:spMkLst>
            <pc:docMk/>
            <pc:sldMk cId="0" sldId="262"/>
            <ac:spMk id="2" creationId="{00000000-0000-0000-0000-000000000000}"/>
          </ac:spMkLst>
        </pc:spChg>
      </pc:sldChg>
      <pc:sldChg chg="modSp mod">
        <pc:chgData name="RAIHANA HAIDER" userId="feea5b789fbace17" providerId="LiveId" clId="{62240055-6E5F-4B16-9FAE-C0DEBC3C6ADC}" dt="2025-03-20T08:53:53.129" v="12" actId="20577"/>
        <pc:sldMkLst>
          <pc:docMk/>
          <pc:sldMk cId="0" sldId="263"/>
        </pc:sldMkLst>
        <pc:spChg chg="mod">
          <ac:chgData name="RAIHANA HAIDER" userId="feea5b789fbace17" providerId="LiveId" clId="{62240055-6E5F-4B16-9FAE-C0DEBC3C6ADC}" dt="2025-03-20T08:53:53.129" v="12" actId="20577"/>
          <ac:spMkLst>
            <pc:docMk/>
            <pc:sldMk cId="0" sldId="263"/>
            <ac:spMk id="3" creationId="{00000000-0000-0000-0000-000000000000}"/>
          </ac:spMkLst>
        </pc:spChg>
      </pc:sldChg>
      <pc:sldChg chg="modSp add mod">
        <pc:chgData name="RAIHANA HAIDER" userId="feea5b789fbace17" providerId="LiveId" clId="{62240055-6E5F-4B16-9FAE-C0DEBC3C6ADC}" dt="2025-03-20T08:54:58.492" v="37" actId="20577"/>
        <pc:sldMkLst>
          <pc:docMk/>
          <pc:sldMk cId="616556129" sldId="272"/>
        </pc:sldMkLst>
        <pc:spChg chg="mod">
          <ac:chgData name="RAIHANA HAIDER" userId="feea5b789fbace17" providerId="LiveId" clId="{62240055-6E5F-4B16-9FAE-C0DEBC3C6ADC}" dt="2025-03-20T08:54:58.492" v="37" actId="20577"/>
          <ac:spMkLst>
            <pc:docMk/>
            <pc:sldMk cId="616556129" sldId="272"/>
            <ac:spMk id="2" creationId="{9B30F311-A52E-D32E-79CF-E68F204EEFA0}"/>
          </ac:spMkLst>
        </pc:spChg>
      </pc:sldChg>
      <pc:sldChg chg="new del">
        <pc:chgData name="RAIHANA HAIDER" userId="feea5b789fbace17" providerId="LiveId" clId="{62240055-6E5F-4B16-9FAE-C0DEBC3C6ADC}" dt="2025-03-20T08:54:45.215" v="24" actId="2696"/>
        <pc:sldMkLst>
          <pc:docMk/>
          <pc:sldMk cId="4230627005" sldId="272"/>
        </pc:sldMkLst>
      </pc:sldChg>
      <pc:sldChg chg="modSp add mod">
        <pc:chgData name="RAIHANA HAIDER" userId="feea5b789fbace17" providerId="LiveId" clId="{62240055-6E5F-4B16-9FAE-C0DEBC3C6ADC}" dt="2025-03-20T08:55:58.891" v="64" actId="20577"/>
        <pc:sldMkLst>
          <pc:docMk/>
          <pc:sldMk cId="31462316" sldId="273"/>
        </pc:sldMkLst>
        <pc:spChg chg="mod">
          <ac:chgData name="RAIHANA HAIDER" userId="feea5b789fbace17" providerId="LiveId" clId="{62240055-6E5F-4B16-9FAE-C0DEBC3C6ADC}" dt="2025-03-20T08:55:58.891" v="64" actId="20577"/>
          <ac:spMkLst>
            <pc:docMk/>
            <pc:sldMk cId="31462316" sldId="273"/>
            <ac:spMk id="2" creationId="{144A718F-CDC2-156E-D98B-B0A1FEA016DF}"/>
          </ac:spMkLst>
        </pc:spChg>
      </pc:sldChg>
    </pc:docChg>
  </pc:docChgLst>
  <pc:docChgLst>
    <pc:chgData name="RAIHANA HAIDER" userId="feea5b789fbace17" providerId="LiveId" clId="{7E4D1962-E2EB-4390-8447-0BDF9FC82F59}"/>
    <pc:docChg chg="custSel delSld modSld">
      <pc:chgData name="RAIHANA HAIDER" userId="feea5b789fbace17" providerId="LiveId" clId="{7E4D1962-E2EB-4390-8447-0BDF9FC82F59}" dt="2024-10-01T08:45:39.851" v="103" actId="1076"/>
      <pc:docMkLst>
        <pc:docMk/>
      </pc:docMkLst>
      <pc:sldChg chg="modSp mod">
        <pc:chgData name="RAIHANA HAIDER" userId="feea5b789fbace17" providerId="LiveId" clId="{7E4D1962-E2EB-4390-8447-0BDF9FC82F59}" dt="2024-10-01T08:43:14.478" v="76" actId="20577"/>
        <pc:sldMkLst>
          <pc:docMk/>
          <pc:sldMk cId="0" sldId="257"/>
        </pc:sldMkLst>
      </pc:sldChg>
      <pc:sldChg chg="modSp mod">
        <pc:chgData name="RAIHANA HAIDER" userId="feea5b789fbace17" providerId="LiveId" clId="{7E4D1962-E2EB-4390-8447-0BDF9FC82F59}" dt="2024-10-01T08:43:43.511" v="82" actId="20577"/>
        <pc:sldMkLst>
          <pc:docMk/>
          <pc:sldMk cId="0" sldId="259"/>
        </pc:sldMkLst>
      </pc:sldChg>
      <pc:sldChg chg="modSp mod">
        <pc:chgData name="RAIHANA HAIDER" userId="feea5b789fbace17" providerId="LiveId" clId="{7E4D1962-E2EB-4390-8447-0BDF9FC82F59}" dt="2024-10-01T08:44:41.159" v="92" actId="20577"/>
        <pc:sldMkLst>
          <pc:docMk/>
          <pc:sldMk cId="0" sldId="260"/>
        </pc:sldMkLst>
      </pc:sldChg>
      <pc:sldChg chg="modSp mod">
        <pc:chgData name="RAIHANA HAIDER" userId="feea5b789fbace17" providerId="LiveId" clId="{7E4D1962-E2EB-4390-8447-0BDF9FC82F59}" dt="2024-10-01T08:45:03.618" v="98" actId="20577"/>
        <pc:sldMkLst>
          <pc:docMk/>
          <pc:sldMk cId="0" sldId="261"/>
        </pc:sldMkLst>
      </pc:sldChg>
      <pc:sldChg chg="modSp mod">
        <pc:chgData name="RAIHANA HAIDER" userId="feea5b789fbace17" providerId="LiveId" clId="{7E4D1962-E2EB-4390-8447-0BDF9FC82F59}" dt="2024-10-01T08:45:24.522" v="102" actId="20577"/>
        <pc:sldMkLst>
          <pc:docMk/>
          <pc:sldMk cId="0" sldId="262"/>
        </pc:sldMkLst>
      </pc:sldChg>
      <pc:sldChg chg="delSp modSp mod">
        <pc:chgData name="RAIHANA HAIDER" userId="feea5b789fbace17" providerId="LiveId" clId="{7E4D1962-E2EB-4390-8447-0BDF9FC82F59}" dt="2024-10-01T08:45:39.851" v="103" actId="1076"/>
        <pc:sldMkLst>
          <pc:docMk/>
          <pc:sldMk cId="0" sldId="263"/>
        </pc:sldMkLst>
      </pc:sldChg>
      <pc:sldChg chg="del">
        <pc:chgData name="RAIHANA HAIDER" userId="feea5b789fbace17" providerId="LiveId" clId="{7E4D1962-E2EB-4390-8447-0BDF9FC82F59}" dt="2024-10-01T08:40:31.091" v="0" actId="47"/>
        <pc:sldMkLst>
          <pc:docMk/>
          <pc:sldMk cId="2704898877" sldId="265"/>
        </pc:sldMkLst>
      </pc:sldChg>
      <pc:sldChg chg="del">
        <pc:chgData name="RAIHANA HAIDER" userId="feea5b789fbace17" providerId="LiveId" clId="{7E4D1962-E2EB-4390-8447-0BDF9FC82F59}" dt="2024-10-01T08:40:31.091" v="0" actId="47"/>
        <pc:sldMkLst>
          <pc:docMk/>
          <pc:sldMk cId="2964426329" sldId="266"/>
        </pc:sldMkLst>
      </pc:sldChg>
      <pc:sldChg chg="del">
        <pc:chgData name="RAIHANA HAIDER" userId="feea5b789fbace17" providerId="LiveId" clId="{7E4D1962-E2EB-4390-8447-0BDF9FC82F59}" dt="2024-10-01T08:40:31.091" v="0" actId="47"/>
        <pc:sldMkLst>
          <pc:docMk/>
          <pc:sldMk cId="124744618" sldId="267"/>
        </pc:sldMkLst>
      </pc:sldChg>
      <pc:sldChg chg="del">
        <pc:chgData name="RAIHANA HAIDER" userId="feea5b789fbace17" providerId="LiveId" clId="{7E4D1962-E2EB-4390-8447-0BDF9FC82F59}" dt="2024-10-01T08:40:31.091" v="0" actId="47"/>
        <pc:sldMkLst>
          <pc:docMk/>
          <pc:sldMk cId="3003659065" sldId="268"/>
        </pc:sldMkLst>
      </pc:sldChg>
      <pc:sldChg chg="del">
        <pc:chgData name="RAIHANA HAIDER" userId="feea5b789fbace17" providerId="LiveId" clId="{7E4D1962-E2EB-4390-8447-0BDF9FC82F59}" dt="2024-10-01T08:40:31.091" v="0" actId="47"/>
        <pc:sldMkLst>
          <pc:docMk/>
          <pc:sldMk cId="400948982" sldId="269"/>
        </pc:sldMkLst>
      </pc:sldChg>
      <pc:sldChg chg="del">
        <pc:chgData name="RAIHANA HAIDER" userId="feea5b789fbace17" providerId="LiveId" clId="{7E4D1962-E2EB-4390-8447-0BDF9FC82F59}" dt="2024-10-01T08:40:31.091" v="0" actId="47"/>
        <pc:sldMkLst>
          <pc:docMk/>
          <pc:sldMk cId="1254103891" sldId="270"/>
        </pc:sldMkLst>
      </pc:sldChg>
      <pc:sldChg chg="modSp mod">
        <pc:chgData name="RAIHANA HAIDER" userId="feea5b789fbace17" providerId="LiveId" clId="{7E4D1962-E2EB-4390-8447-0BDF9FC82F59}" dt="2024-10-01T08:44:05.129" v="88" actId="20577"/>
        <pc:sldMkLst>
          <pc:docMk/>
          <pc:sldMk cId="1107851215" sldId="271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D2C176-0849-431B-8988-DF26364DC9BA}" type="datetimeFigureOut">
              <a:rPr lang="en-IN" smtClean="0"/>
              <a:t>20-03-2025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11396B-1C0F-4798-BA0F-0C5EE09670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1160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000" b="0" i="0">
                <a:solidFill>
                  <a:srgbClr val="2D5395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rgbClr val="2D5395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5" dirty="0"/>
              <a:t>2023-24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38100">
              <a:lnSpc>
                <a:spcPts val="14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7000" b="0" i="0">
                <a:solidFill>
                  <a:srgbClr val="2D5395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rgbClr val="2D5395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5" dirty="0"/>
              <a:t>2023-24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38100">
              <a:lnSpc>
                <a:spcPts val="14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7000" b="0" i="0">
                <a:solidFill>
                  <a:srgbClr val="2D5395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5" dirty="0"/>
              <a:t>2023-24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38100">
              <a:lnSpc>
                <a:spcPts val="14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7000" b="0" i="0">
                <a:solidFill>
                  <a:srgbClr val="2D5395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5" dirty="0"/>
              <a:t>2023-24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38100">
              <a:lnSpc>
                <a:spcPts val="14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5" dirty="0"/>
              <a:t>2023-24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38100">
              <a:lnSpc>
                <a:spcPts val="14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368552" cy="14112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472434" y="2585973"/>
            <a:ext cx="5238750" cy="1092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000" b="0" i="0">
                <a:solidFill>
                  <a:srgbClr val="2D5395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635" y="2467101"/>
            <a:ext cx="6219825" cy="31756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rgbClr val="2D5395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916635" y="6389149"/>
            <a:ext cx="972185" cy="1943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830570" y="6390368"/>
            <a:ext cx="522604" cy="1943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r>
              <a:rPr spc="-25" dirty="0"/>
              <a:t>2023-24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062716" y="6389149"/>
            <a:ext cx="253491" cy="1943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38100">
              <a:lnSpc>
                <a:spcPts val="14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95400" y="2057400"/>
            <a:ext cx="9982200" cy="5524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z="6000" dirty="0">
                <a:latin typeface="Times New Roman"/>
                <a:cs typeface="Times New Roman"/>
              </a:rPr>
              <a:t>PROJECT</a:t>
            </a:r>
            <a:r>
              <a:rPr sz="6000" spc="-95" dirty="0">
                <a:latin typeface="Times New Roman"/>
                <a:cs typeface="Times New Roman"/>
              </a:rPr>
              <a:t> </a:t>
            </a:r>
            <a:r>
              <a:rPr sz="6000" spc="-10" dirty="0">
                <a:latin typeface="Times New Roman"/>
                <a:cs typeface="Times New Roman"/>
              </a:rPr>
              <a:t>TITLE</a:t>
            </a:r>
            <a:endParaRPr lang="en-IN" sz="6000" spc="-10" dirty="0">
              <a:latin typeface="Times New Roman"/>
              <a:cs typeface="Times New Roman"/>
            </a:endParaRPr>
          </a:p>
          <a:p>
            <a:pPr marL="12700" algn="ctr">
              <a:spcBef>
                <a:spcPts val="100"/>
              </a:spcBef>
            </a:pPr>
            <a:endParaRPr lang="en-IN" spc="-20" dirty="0">
              <a:latin typeface="Times New Roman"/>
              <a:cs typeface="Times New Roman"/>
            </a:endParaRPr>
          </a:p>
          <a:p>
            <a:pPr marL="12700" algn="ctr">
              <a:spcBef>
                <a:spcPts val="100"/>
              </a:spcBef>
            </a:pPr>
            <a:endParaRPr lang="en-IN" spc="-20" dirty="0">
              <a:latin typeface="Times New Roman"/>
              <a:cs typeface="Times New Roman"/>
            </a:endParaRPr>
          </a:p>
          <a:p>
            <a:pPr marL="12700" algn="ctr">
              <a:spcBef>
                <a:spcPts val="100"/>
              </a:spcBef>
            </a:pPr>
            <a:endParaRPr lang="en-IN" spc="-20" dirty="0">
              <a:latin typeface="Times New Roman"/>
              <a:cs typeface="Times New Roman"/>
            </a:endParaRPr>
          </a:p>
          <a:p>
            <a:pPr marL="12700" algn="ctr">
              <a:spcBef>
                <a:spcPts val="100"/>
              </a:spcBef>
            </a:pPr>
            <a:endParaRPr lang="en-IN" spc="-20" dirty="0">
              <a:latin typeface="Times New Roman"/>
              <a:cs typeface="Times New Roman"/>
            </a:endParaRPr>
          </a:p>
          <a:p>
            <a:pPr marR="6350" algn="l">
              <a:lnSpc>
                <a:spcPct val="100000"/>
              </a:lnSpc>
              <a:spcBef>
                <a:spcPts val="1210"/>
              </a:spcBef>
            </a:pPr>
            <a:r>
              <a:rPr lang="en-US" sz="1800" dirty="0">
                <a:latin typeface="Times New Roman"/>
                <a:cs typeface="Times New Roman"/>
              </a:rPr>
              <a:t>UNDER</a:t>
            </a:r>
            <a:r>
              <a:rPr lang="en-US" sz="1800" spc="-105" dirty="0">
                <a:latin typeface="Times New Roman"/>
                <a:cs typeface="Times New Roman"/>
              </a:rPr>
              <a:t> </a:t>
            </a:r>
            <a:r>
              <a:rPr lang="en-US" sz="1800" dirty="0">
                <a:latin typeface="Times New Roman"/>
                <a:cs typeface="Times New Roman"/>
              </a:rPr>
              <a:t>THE</a:t>
            </a:r>
            <a:r>
              <a:rPr lang="en-US" sz="1800" spc="-75" dirty="0">
                <a:latin typeface="Times New Roman"/>
                <a:cs typeface="Times New Roman"/>
              </a:rPr>
              <a:t> </a:t>
            </a:r>
            <a:r>
              <a:rPr lang="en-US" sz="1800" dirty="0">
                <a:latin typeface="Times New Roman"/>
                <a:cs typeface="Times New Roman"/>
              </a:rPr>
              <a:t>GUIDANCE</a:t>
            </a:r>
            <a:r>
              <a:rPr lang="en-US" sz="1800" spc="-60" dirty="0">
                <a:latin typeface="Times New Roman"/>
                <a:cs typeface="Times New Roman"/>
              </a:rPr>
              <a:t> </a:t>
            </a:r>
            <a:r>
              <a:rPr lang="en-US" sz="1800" spc="-25" dirty="0">
                <a:latin typeface="Times New Roman"/>
                <a:cs typeface="Times New Roman"/>
              </a:rPr>
              <a:t>OF					TEAM MEMBERS </a:t>
            </a:r>
            <a:endParaRPr lang="en-US" sz="1800" dirty="0">
              <a:latin typeface="Times New Roman"/>
              <a:cs typeface="Times New Roman"/>
            </a:endParaRPr>
          </a:p>
          <a:p>
            <a:pPr marR="5080" algn="l">
              <a:lnSpc>
                <a:spcPct val="100000"/>
              </a:lnSpc>
              <a:spcBef>
                <a:spcPts val="1105"/>
              </a:spcBef>
            </a:pPr>
            <a:r>
              <a:rPr lang="en-US" sz="1800" spc="-10" dirty="0">
                <a:latin typeface="Times New Roman"/>
                <a:cs typeface="Times New Roman"/>
              </a:rPr>
              <a:t>GUIDE</a:t>
            </a:r>
            <a:r>
              <a:rPr lang="en-US" sz="1800" spc="-75" dirty="0">
                <a:latin typeface="Times New Roman"/>
                <a:cs typeface="Times New Roman"/>
              </a:rPr>
              <a:t> </a:t>
            </a:r>
            <a:r>
              <a:rPr lang="en-US" sz="1800" spc="-20" dirty="0">
                <a:latin typeface="Times New Roman"/>
                <a:cs typeface="Times New Roman"/>
              </a:rPr>
              <a:t>NAME					NAME &amp; USN (ASCENDING ORDER)</a:t>
            </a:r>
          </a:p>
          <a:p>
            <a:pPr marR="5080" algn="l">
              <a:lnSpc>
                <a:spcPct val="100000"/>
              </a:lnSpc>
              <a:spcBef>
                <a:spcPts val="1105"/>
              </a:spcBef>
            </a:pPr>
            <a:r>
              <a:rPr lang="en-US" spc="-20" dirty="0">
                <a:latin typeface="Times New Roman"/>
                <a:cs typeface="Times New Roman"/>
              </a:rPr>
              <a:t>DESIGNATION</a:t>
            </a:r>
            <a:endParaRPr lang="en-US" sz="1800" dirty="0">
              <a:latin typeface="Times New Roman"/>
              <a:cs typeface="Times New Roman"/>
            </a:endParaRPr>
          </a:p>
          <a:p>
            <a:pPr marL="12700" algn="ctr">
              <a:spcBef>
                <a:spcPts val="100"/>
              </a:spcBef>
            </a:pPr>
            <a:endParaRPr lang="en-IN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en-IN" sz="6000" spc="-1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6000" spc="-10" dirty="0">
                <a:latin typeface="Times New Roman"/>
                <a:cs typeface="Times New Roman"/>
              </a:rPr>
              <a:t>             </a:t>
            </a:r>
            <a:endParaRPr sz="6000" dirty="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2984" y="83819"/>
            <a:ext cx="1368552" cy="141122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62843" y="83819"/>
            <a:ext cx="1325879" cy="1411224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699385" y="325881"/>
            <a:ext cx="7171690" cy="7607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21360">
              <a:lnSpc>
                <a:spcPct val="100000"/>
              </a:lnSpc>
              <a:spcBef>
                <a:spcPts val="95"/>
              </a:spcBef>
            </a:pPr>
            <a:r>
              <a:rPr sz="2800" b="1" dirty="0">
                <a:solidFill>
                  <a:srgbClr val="000000"/>
                </a:solidFill>
                <a:latin typeface="Times New Roman"/>
                <a:cs typeface="Times New Roman"/>
              </a:rPr>
              <a:t>P.A.</a:t>
            </a:r>
            <a:r>
              <a:rPr sz="2800" b="1" spc="-5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800" b="1" dirty="0">
                <a:solidFill>
                  <a:srgbClr val="000000"/>
                </a:solidFill>
                <a:latin typeface="Times New Roman"/>
                <a:cs typeface="Times New Roman"/>
              </a:rPr>
              <a:t>COLLEGE</a:t>
            </a:r>
            <a:r>
              <a:rPr sz="2800" b="1" spc="-3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800" b="1" dirty="0">
                <a:solidFill>
                  <a:srgbClr val="000000"/>
                </a:solidFill>
                <a:latin typeface="Times New Roman"/>
                <a:cs typeface="Times New Roman"/>
              </a:rPr>
              <a:t>OF</a:t>
            </a:r>
            <a:r>
              <a:rPr sz="2800" b="1" spc="-6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800" b="1" spc="-10" dirty="0">
                <a:solidFill>
                  <a:srgbClr val="000000"/>
                </a:solidFill>
                <a:latin typeface="Times New Roman"/>
                <a:cs typeface="Times New Roman"/>
              </a:rPr>
              <a:t>ENGINEERING</a:t>
            </a:r>
            <a:endParaRPr sz="28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2000" b="1" spc="-10" dirty="0">
                <a:solidFill>
                  <a:srgbClr val="000000"/>
                </a:solidFill>
                <a:latin typeface="Times New Roman"/>
                <a:cs typeface="Times New Roman"/>
              </a:rPr>
              <a:t>DEPARTMENT</a:t>
            </a:r>
            <a:r>
              <a:rPr sz="2000" b="1" spc="-4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000" b="1" dirty="0">
                <a:solidFill>
                  <a:srgbClr val="000000"/>
                </a:solidFill>
                <a:latin typeface="Times New Roman"/>
                <a:cs typeface="Times New Roman"/>
              </a:rPr>
              <a:t>OF</a:t>
            </a:r>
            <a:r>
              <a:rPr sz="2000" b="1" spc="-5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000" b="1" dirty="0">
                <a:solidFill>
                  <a:srgbClr val="000000"/>
                </a:solidFill>
                <a:latin typeface="Times New Roman"/>
                <a:cs typeface="Times New Roman"/>
              </a:rPr>
              <a:t>COMPUTER</a:t>
            </a:r>
            <a:r>
              <a:rPr sz="2000" b="1" spc="-4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000" b="1" dirty="0">
                <a:solidFill>
                  <a:srgbClr val="000000"/>
                </a:solidFill>
                <a:latin typeface="Times New Roman"/>
                <a:cs typeface="Times New Roman"/>
              </a:rPr>
              <a:t>SCIENCE</a:t>
            </a:r>
            <a:r>
              <a:rPr sz="2000" b="1" spc="-5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000" b="1" dirty="0">
                <a:solidFill>
                  <a:srgbClr val="000000"/>
                </a:solidFill>
                <a:latin typeface="Times New Roman"/>
                <a:cs typeface="Times New Roman"/>
              </a:rPr>
              <a:t>&amp;</a:t>
            </a:r>
            <a:r>
              <a:rPr sz="2000" b="1" spc="-4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000" b="1" spc="-10" dirty="0">
                <a:solidFill>
                  <a:srgbClr val="000000"/>
                </a:solidFill>
                <a:latin typeface="Times New Roman"/>
                <a:cs typeface="Times New Roman"/>
              </a:rPr>
              <a:t>ENGINEERING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6635" y="325881"/>
            <a:ext cx="8902700" cy="476989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51735">
              <a:lnSpc>
                <a:spcPct val="100000"/>
              </a:lnSpc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P.A.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COLLEGE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OF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ENGINEERING</a:t>
            </a:r>
            <a:endParaRPr sz="2800" dirty="0">
              <a:latin typeface="Times New Roman"/>
              <a:cs typeface="Times New Roman"/>
            </a:endParaRPr>
          </a:p>
          <a:p>
            <a:pPr marL="1743075">
              <a:lnSpc>
                <a:spcPct val="100000"/>
              </a:lnSpc>
              <a:spcBef>
                <a:spcPts val="30"/>
              </a:spcBef>
            </a:pPr>
            <a:r>
              <a:rPr sz="2000" b="1" spc="-10" dirty="0">
                <a:latin typeface="Times New Roman"/>
                <a:cs typeface="Times New Roman"/>
              </a:rPr>
              <a:t>DEPARTMENT</a:t>
            </a:r>
            <a:r>
              <a:rPr sz="2000" b="1" spc="-4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OF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COMPUTER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SCIENCE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&amp;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ENGINEERING</a:t>
            </a:r>
            <a:endParaRPr lang="en-IN" sz="2000" dirty="0">
              <a:latin typeface="Times New Roman"/>
              <a:cs typeface="Times New Roman"/>
            </a:endParaRPr>
          </a:p>
          <a:p>
            <a:pPr marL="1743075" algn="ctr">
              <a:lnSpc>
                <a:spcPct val="100000"/>
              </a:lnSpc>
              <a:spcBef>
                <a:spcPts val="30"/>
              </a:spcBef>
            </a:pPr>
            <a:r>
              <a:rPr lang="en-IN" sz="3200" b="1" spc="-10" dirty="0">
                <a:solidFill>
                  <a:srgbClr val="2D5395"/>
                </a:solidFill>
                <a:latin typeface="Times New Roman"/>
                <a:cs typeface="Times New Roman"/>
              </a:rPr>
              <a:t>ABSTRACT</a:t>
            </a:r>
            <a:endParaRPr sz="32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650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Content</a:t>
            </a:r>
            <a:r>
              <a:rPr sz="2800" spc="-5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should</a:t>
            </a:r>
            <a:r>
              <a:rPr sz="2800" spc="-6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5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pointwise</a:t>
            </a:r>
            <a:r>
              <a:rPr sz="2800" spc="-6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and</a:t>
            </a:r>
            <a:r>
              <a:rPr sz="2800" spc="-2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justified.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Bullets</a:t>
            </a:r>
            <a:r>
              <a:rPr sz="2800" spc="-6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should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6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same</a:t>
            </a:r>
            <a:r>
              <a:rPr sz="2800" spc="-2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throughout.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Font</a:t>
            </a:r>
            <a:r>
              <a:rPr sz="2800" spc="-114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must</a:t>
            </a:r>
            <a:r>
              <a:rPr sz="2800" spc="-7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15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Times</a:t>
            </a:r>
            <a:r>
              <a:rPr sz="2800" spc="-7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New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Roman.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199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Line</a:t>
            </a:r>
            <a:r>
              <a:rPr sz="2800" spc="-12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spacing</a:t>
            </a:r>
            <a:r>
              <a:rPr sz="2800" spc="-13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25" dirty="0">
                <a:solidFill>
                  <a:srgbClr val="2D5395"/>
                </a:solidFill>
                <a:latin typeface="Times New Roman"/>
                <a:cs typeface="Times New Roman"/>
              </a:rPr>
              <a:t>1.5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Background</a:t>
            </a:r>
            <a:r>
              <a:rPr sz="2800" spc="-9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must</a:t>
            </a:r>
            <a:r>
              <a:rPr sz="2800" spc="-9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10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white.</a:t>
            </a:r>
            <a:endParaRPr sz="2800" dirty="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66119" y="0"/>
            <a:ext cx="1325879" cy="14112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xfrm>
            <a:off x="5830570" y="6390368"/>
            <a:ext cx="522604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5" dirty="0"/>
              <a:t>202</a:t>
            </a:r>
            <a:r>
              <a:rPr lang="en-IN" spc="-25" dirty="0"/>
              <a:t>4</a:t>
            </a:r>
            <a:r>
              <a:rPr spc="-25" dirty="0"/>
              <a:t>-2</a:t>
            </a:r>
            <a:r>
              <a:rPr lang="en-IN" spc="-25" dirty="0"/>
              <a:t>5</a:t>
            </a:r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10"/>
              </a:lnSpc>
            </a:pPr>
            <a:r>
              <a:rPr spc="-50" dirty="0"/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6635" y="325881"/>
            <a:ext cx="8902700" cy="53168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51735">
              <a:lnSpc>
                <a:spcPct val="100000"/>
              </a:lnSpc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P.A.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COLLEGE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OF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ENGINEERING</a:t>
            </a:r>
            <a:endParaRPr sz="2800" dirty="0">
              <a:latin typeface="Times New Roman"/>
              <a:cs typeface="Times New Roman"/>
            </a:endParaRPr>
          </a:p>
          <a:p>
            <a:pPr marL="1743075">
              <a:lnSpc>
                <a:spcPct val="100000"/>
              </a:lnSpc>
              <a:spcBef>
                <a:spcPts val="30"/>
              </a:spcBef>
            </a:pPr>
            <a:r>
              <a:rPr sz="2000" b="1" spc="-10" dirty="0">
                <a:latin typeface="Times New Roman"/>
                <a:cs typeface="Times New Roman"/>
              </a:rPr>
              <a:t>DEPARTMENT</a:t>
            </a:r>
            <a:r>
              <a:rPr sz="2000" b="1" spc="-4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OF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COMPUTER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SCIENCE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&amp;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ENGINEERING</a:t>
            </a: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880"/>
              </a:spcBef>
            </a:pPr>
            <a:endParaRPr sz="2000" dirty="0">
              <a:latin typeface="Times New Roman"/>
              <a:cs typeface="Times New Roman"/>
            </a:endParaRPr>
          </a:p>
          <a:p>
            <a:pPr marL="3549650">
              <a:lnSpc>
                <a:spcPct val="100000"/>
              </a:lnSpc>
              <a:spcBef>
                <a:spcPts val="5"/>
              </a:spcBef>
            </a:pPr>
            <a:r>
              <a:rPr sz="3200" b="1" spc="-10" dirty="0">
                <a:solidFill>
                  <a:srgbClr val="2D5395"/>
                </a:solidFill>
                <a:latin typeface="Times New Roman"/>
                <a:cs typeface="Times New Roman"/>
              </a:rPr>
              <a:t>INTRODUCTION</a:t>
            </a:r>
            <a:endParaRPr sz="32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304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Content</a:t>
            </a:r>
            <a:r>
              <a:rPr sz="2800" spc="-8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should</a:t>
            </a:r>
            <a:r>
              <a:rPr sz="2800" spc="-8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7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pointwise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and</a:t>
            </a:r>
            <a:r>
              <a:rPr sz="2800" spc="-5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justified.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Bullets</a:t>
            </a:r>
            <a:r>
              <a:rPr sz="2800" spc="-6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should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6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same</a:t>
            </a:r>
            <a:r>
              <a:rPr sz="2800" spc="-2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throughout.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Font</a:t>
            </a:r>
            <a:r>
              <a:rPr sz="2800" spc="-114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must</a:t>
            </a:r>
            <a:r>
              <a:rPr sz="2800" spc="-7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15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Times</a:t>
            </a:r>
            <a:r>
              <a:rPr sz="2800" spc="-7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New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Roman.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199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Line</a:t>
            </a:r>
            <a:r>
              <a:rPr sz="2800" spc="-12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spacing</a:t>
            </a:r>
            <a:r>
              <a:rPr sz="2800" spc="-13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25" dirty="0">
                <a:solidFill>
                  <a:srgbClr val="2D5395"/>
                </a:solidFill>
                <a:latin typeface="Times New Roman"/>
                <a:cs typeface="Times New Roman"/>
              </a:rPr>
              <a:t>1.5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Background</a:t>
            </a:r>
            <a:r>
              <a:rPr sz="2800" spc="-9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must</a:t>
            </a:r>
            <a:r>
              <a:rPr sz="2800" spc="-9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10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white.</a:t>
            </a:r>
            <a:endParaRPr sz="2800" dirty="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66119" y="0"/>
            <a:ext cx="1325879" cy="14112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xfrm>
            <a:off x="5830570" y="6390368"/>
            <a:ext cx="522604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5" dirty="0"/>
              <a:t>202</a:t>
            </a:r>
            <a:r>
              <a:rPr lang="en-IN" spc="-25" dirty="0"/>
              <a:t>4</a:t>
            </a:r>
            <a:r>
              <a:rPr spc="-25" dirty="0"/>
              <a:t>-2</a:t>
            </a:r>
            <a:r>
              <a:rPr lang="en-IN" spc="-25" dirty="0"/>
              <a:t>5</a:t>
            </a:r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062716" y="6389149"/>
            <a:ext cx="253491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6364">
              <a:lnSpc>
                <a:spcPts val="1410"/>
              </a:lnSpc>
            </a:pPr>
            <a:r>
              <a:rPr lang="en-IN" spc="-50" dirty="0"/>
              <a:t>3</a:t>
            </a:r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1107851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6634" y="325881"/>
            <a:ext cx="9827565" cy="51161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51735">
              <a:lnSpc>
                <a:spcPct val="100000"/>
              </a:lnSpc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P.A.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COLLEGE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OF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ENGINEERING</a:t>
            </a:r>
            <a:endParaRPr sz="2800" dirty="0">
              <a:latin typeface="Times New Roman"/>
              <a:cs typeface="Times New Roman"/>
            </a:endParaRPr>
          </a:p>
          <a:p>
            <a:pPr marL="1743075">
              <a:lnSpc>
                <a:spcPct val="100000"/>
              </a:lnSpc>
              <a:spcBef>
                <a:spcPts val="30"/>
              </a:spcBef>
            </a:pPr>
            <a:r>
              <a:rPr sz="2000" b="1" spc="-10" dirty="0">
                <a:latin typeface="Times New Roman"/>
                <a:cs typeface="Times New Roman"/>
              </a:rPr>
              <a:t>DEPARTMENT</a:t>
            </a:r>
            <a:r>
              <a:rPr sz="2000" b="1" spc="-4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OF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COMPUTER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SCIENCE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&amp;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ENGINEERING</a:t>
            </a:r>
            <a:endParaRPr sz="2000" dirty="0">
              <a:latin typeface="Times New Roman"/>
              <a:cs typeface="Times New Roman"/>
            </a:endParaRPr>
          </a:p>
          <a:p>
            <a:pPr marL="3495040" algn="l">
              <a:lnSpc>
                <a:spcPct val="100000"/>
              </a:lnSpc>
              <a:spcBef>
                <a:spcPts val="5"/>
              </a:spcBef>
            </a:pPr>
            <a:endParaRPr lang="en-IN" sz="2000" dirty="0">
              <a:latin typeface="Times New Roman"/>
              <a:cs typeface="Times New Roman"/>
            </a:endParaRPr>
          </a:p>
          <a:p>
            <a:pPr marL="3495040" algn="l">
              <a:lnSpc>
                <a:spcPct val="100000"/>
              </a:lnSpc>
              <a:spcBef>
                <a:spcPts val="5"/>
              </a:spcBef>
            </a:pPr>
            <a:r>
              <a:rPr lang="en-IN" sz="3200" b="1" spc="-10" dirty="0">
                <a:solidFill>
                  <a:srgbClr val="2D5395"/>
                </a:solidFill>
                <a:latin typeface="Times New Roman"/>
                <a:cs typeface="Times New Roman"/>
              </a:rPr>
              <a:t>LITERATURE SURVEY</a:t>
            </a:r>
            <a:endParaRPr sz="32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3045"/>
              </a:spcBef>
              <a:buFont typeface="Arial MT"/>
              <a:buChar char="•"/>
              <a:tabLst>
                <a:tab pos="240029" algn="l"/>
              </a:tabLst>
            </a:pPr>
            <a:r>
              <a:rPr lang="en-IN" sz="2800" dirty="0">
                <a:solidFill>
                  <a:srgbClr val="2D5395"/>
                </a:solidFill>
                <a:latin typeface="Times New Roman"/>
                <a:cs typeface="Times New Roman"/>
              </a:rPr>
              <a:t>Table With At Least 10 Papers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Bullets</a:t>
            </a:r>
            <a:r>
              <a:rPr sz="2800" spc="-6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should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6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same</a:t>
            </a:r>
            <a:r>
              <a:rPr sz="2800" spc="-2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throughout.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Font</a:t>
            </a:r>
            <a:r>
              <a:rPr sz="2800" spc="-114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must</a:t>
            </a:r>
            <a:r>
              <a:rPr sz="2800" spc="-7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15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Times</a:t>
            </a:r>
            <a:r>
              <a:rPr sz="2800" spc="-7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New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Roman.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199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Line</a:t>
            </a:r>
            <a:r>
              <a:rPr sz="2800" spc="-12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spacing</a:t>
            </a:r>
            <a:r>
              <a:rPr sz="2800" spc="-13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25" dirty="0">
                <a:solidFill>
                  <a:srgbClr val="2D5395"/>
                </a:solidFill>
                <a:latin typeface="Times New Roman"/>
                <a:cs typeface="Times New Roman"/>
              </a:rPr>
              <a:t>1.5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Background</a:t>
            </a:r>
            <a:r>
              <a:rPr sz="2800" spc="-9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must</a:t>
            </a:r>
            <a:r>
              <a:rPr sz="2800" spc="-9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10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white.</a:t>
            </a:r>
            <a:endParaRPr sz="2800" dirty="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66119" y="0"/>
            <a:ext cx="1325879" cy="14112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xfrm>
            <a:off x="5830570" y="6390368"/>
            <a:ext cx="522604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5" dirty="0"/>
              <a:t>202</a:t>
            </a:r>
            <a:r>
              <a:rPr lang="en-IN" spc="-25" dirty="0"/>
              <a:t>4</a:t>
            </a:r>
            <a:r>
              <a:rPr spc="-25" dirty="0"/>
              <a:t>-2</a:t>
            </a:r>
            <a:r>
              <a:rPr lang="en-IN" spc="-25" dirty="0"/>
              <a:t>5</a:t>
            </a:r>
            <a:endParaRPr spc="-25" dirty="0"/>
          </a:p>
        </p:txBody>
      </p:sp>
      <p:sp>
        <p:nvSpPr>
          <p:cNvPr id="6" name="object 6"/>
          <p:cNvSpPr txBox="1"/>
          <p:nvPr/>
        </p:nvSpPr>
        <p:spPr>
          <a:xfrm>
            <a:off x="11176507" y="6389149"/>
            <a:ext cx="101600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lang="en-IN" sz="1200" spc="-50" dirty="0">
                <a:latin typeface="Times New Roman"/>
                <a:cs typeface="Times New Roman"/>
              </a:rPr>
              <a:t>4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6635" y="325881"/>
            <a:ext cx="9949484" cy="535980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51735">
              <a:lnSpc>
                <a:spcPct val="100000"/>
              </a:lnSpc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P.A.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COLLEGE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OF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ENGINEERING</a:t>
            </a:r>
            <a:endParaRPr sz="2800" dirty="0">
              <a:latin typeface="Times New Roman"/>
              <a:cs typeface="Times New Roman"/>
            </a:endParaRPr>
          </a:p>
          <a:p>
            <a:pPr marL="1743075">
              <a:lnSpc>
                <a:spcPct val="100000"/>
              </a:lnSpc>
              <a:spcBef>
                <a:spcPts val="30"/>
              </a:spcBef>
            </a:pPr>
            <a:r>
              <a:rPr sz="2000" b="1" spc="-10" dirty="0">
                <a:latin typeface="Times New Roman"/>
                <a:cs typeface="Times New Roman"/>
              </a:rPr>
              <a:t>DEPARTMENT</a:t>
            </a:r>
            <a:r>
              <a:rPr sz="2000" b="1" spc="-4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OF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COMPUTER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SCIENCE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&amp;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ENGINEERING</a:t>
            </a: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880"/>
              </a:spcBef>
            </a:pPr>
            <a:endParaRPr sz="2000" dirty="0">
              <a:latin typeface="Times New Roman"/>
              <a:cs typeface="Times New Roman"/>
            </a:endParaRPr>
          </a:p>
          <a:p>
            <a:pPr marL="3549650" algn="l">
              <a:lnSpc>
                <a:spcPct val="100000"/>
              </a:lnSpc>
              <a:spcBef>
                <a:spcPts val="5"/>
              </a:spcBef>
            </a:pPr>
            <a:r>
              <a:rPr lang="en-IN" sz="3200" b="1" spc="-10" dirty="0">
                <a:solidFill>
                  <a:srgbClr val="2D5395"/>
                </a:solidFill>
                <a:latin typeface="Times New Roman"/>
                <a:cs typeface="Times New Roman"/>
              </a:rPr>
              <a:t>PROBLEM STATEMENT</a:t>
            </a:r>
            <a:endParaRPr sz="32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304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Content</a:t>
            </a:r>
            <a:r>
              <a:rPr sz="2800" spc="-8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should</a:t>
            </a:r>
            <a:r>
              <a:rPr sz="2800" spc="-8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7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pointwise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and</a:t>
            </a:r>
            <a:r>
              <a:rPr sz="2800" spc="-5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justified.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Bullets</a:t>
            </a:r>
            <a:r>
              <a:rPr sz="2800" spc="-6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should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6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same</a:t>
            </a:r>
            <a:r>
              <a:rPr sz="2800" spc="-2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throughout.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Font</a:t>
            </a:r>
            <a:r>
              <a:rPr sz="2800" spc="-114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must</a:t>
            </a:r>
            <a:r>
              <a:rPr sz="2800" spc="-7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15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Times</a:t>
            </a:r>
            <a:r>
              <a:rPr sz="2800" spc="-7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New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Roman.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199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Line</a:t>
            </a:r>
            <a:r>
              <a:rPr sz="2800" spc="-12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spacing</a:t>
            </a:r>
            <a:r>
              <a:rPr sz="2800" spc="-13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25" dirty="0">
                <a:solidFill>
                  <a:srgbClr val="2D5395"/>
                </a:solidFill>
                <a:latin typeface="Times New Roman"/>
                <a:cs typeface="Times New Roman"/>
              </a:rPr>
              <a:t>1.5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Background</a:t>
            </a:r>
            <a:r>
              <a:rPr sz="2800" spc="-9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must</a:t>
            </a:r>
            <a:r>
              <a:rPr sz="2800" spc="-9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10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white.</a:t>
            </a:r>
            <a:endParaRPr sz="2800" dirty="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66119" y="0"/>
            <a:ext cx="1325879" cy="14112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xfrm>
            <a:off x="5830570" y="6390368"/>
            <a:ext cx="522604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5" dirty="0"/>
              <a:t>202</a:t>
            </a:r>
            <a:r>
              <a:rPr lang="en-IN" spc="-25" dirty="0"/>
              <a:t>4</a:t>
            </a:r>
            <a:r>
              <a:rPr spc="-25" dirty="0"/>
              <a:t>-2</a:t>
            </a:r>
            <a:r>
              <a:rPr lang="en-IN" spc="-25" dirty="0"/>
              <a:t>5</a:t>
            </a:r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062716" y="6389149"/>
            <a:ext cx="253491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6364">
              <a:lnSpc>
                <a:spcPts val="1410"/>
              </a:lnSpc>
            </a:pPr>
            <a:r>
              <a:rPr lang="en-IN" spc="-50" dirty="0"/>
              <a:t>2</a:t>
            </a:r>
            <a:endParaRPr spc="-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6635" y="325881"/>
            <a:ext cx="8902700" cy="585224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51735">
              <a:lnSpc>
                <a:spcPct val="100000"/>
              </a:lnSpc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P.A.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COLLEGE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OF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ENGINEERING</a:t>
            </a:r>
            <a:endParaRPr sz="2800" dirty="0">
              <a:latin typeface="Times New Roman"/>
              <a:cs typeface="Times New Roman"/>
            </a:endParaRPr>
          </a:p>
          <a:p>
            <a:pPr marL="1743075">
              <a:lnSpc>
                <a:spcPct val="100000"/>
              </a:lnSpc>
              <a:spcBef>
                <a:spcPts val="30"/>
              </a:spcBef>
            </a:pPr>
            <a:r>
              <a:rPr sz="2000" b="1" spc="-10" dirty="0">
                <a:latin typeface="Times New Roman"/>
                <a:cs typeface="Times New Roman"/>
              </a:rPr>
              <a:t>DEPARTMENT</a:t>
            </a:r>
            <a:r>
              <a:rPr sz="2000" b="1" spc="-4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OF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COMPUTER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SCIENCE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&amp;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ENGINEERING</a:t>
            </a: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880"/>
              </a:spcBef>
            </a:pPr>
            <a:endParaRPr sz="2000" dirty="0">
              <a:latin typeface="Times New Roman"/>
              <a:cs typeface="Times New Roman"/>
            </a:endParaRPr>
          </a:p>
          <a:p>
            <a:pPr marL="3549650">
              <a:lnSpc>
                <a:spcPct val="100000"/>
              </a:lnSpc>
              <a:spcBef>
                <a:spcPts val="5"/>
              </a:spcBef>
            </a:pPr>
            <a:r>
              <a:rPr lang="en-IN" sz="3200" b="1" spc="-10" dirty="0">
                <a:solidFill>
                  <a:srgbClr val="2D5395"/>
                </a:solidFill>
                <a:latin typeface="Times New Roman"/>
                <a:cs typeface="Times New Roman"/>
              </a:rPr>
              <a:t>PROPOSED METHODOLOGY</a:t>
            </a:r>
            <a:endParaRPr sz="32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304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Content</a:t>
            </a:r>
            <a:r>
              <a:rPr sz="2800" spc="-8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should</a:t>
            </a:r>
            <a:r>
              <a:rPr sz="2800" spc="-8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7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pointwise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and</a:t>
            </a:r>
            <a:r>
              <a:rPr sz="2800" spc="-5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justified</a:t>
            </a:r>
            <a:r>
              <a:rPr lang="en-IN"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/ Block Diagram 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Bullets</a:t>
            </a:r>
            <a:r>
              <a:rPr sz="2800" spc="-6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should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6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same</a:t>
            </a:r>
            <a:r>
              <a:rPr sz="2800" spc="-2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throughout.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Font</a:t>
            </a:r>
            <a:r>
              <a:rPr sz="2800" spc="-114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must</a:t>
            </a:r>
            <a:r>
              <a:rPr sz="2800" spc="-7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15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Times</a:t>
            </a:r>
            <a:r>
              <a:rPr sz="2800" spc="-7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New</a:t>
            </a:r>
            <a:r>
              <a:rPr sz="2800" spc="-8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Roman.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199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Line</a:t>
            </a:r>
            <a:r>
              <a:rPr sz="2800" spc="-12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spacing</a:t>
            </a:r>
            <a:r>
              <a:rPr sz="2800" spc="-13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25" dirty="0">
                <a:solidFill>
                  <a:srgbClr val="2D5395"/>
                </a:solidFill>
                <a:latin typeface="Times New Roman"/>
                <a:cs typeface="Times New Roman"/>
              </a:rPr>
              <a:t>1.5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200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Background</a:t>
            </a:r>
            <a:r>
              <a:rPr sz="2800" spc="-9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must</a:t>
            </a:r>
            <a:r>
              <a:rPr sz="2800" spc="-95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D5395"/>
                </a:solidFill>
                <a:latin typeface="Times New Roman"/>
                <a:cs typeface="Times New Roman"/>
              </a:rPr>
              <a:t>be</a:t>
            </a:r>
            <a:r>
              <a:rPr sz="2800" spc="-100" dirty="0">
                <a:solidFill>
                  <a:srgbClr val="2D5395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2D5395"/>
                </a:solidFill>
                <a:latin typeface="Times New Roman"/>
                <a:cs typeface="Times New Roman"/>
              </a:rPr>
              <a:t>white.</a:t>
            </a:r>
            <a:endParaRPr sz="2800" dirty="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66119" y="0"/>
            <a:ext cx="1325879" cy="14112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xfrm>
            <a:off x="5830570" y="6390368"/>
            <a:ext cx="522604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5" dirty="0"/>
              <a:t>202</a:t>
            </a:r>
            <a:r>
              <a:rPr lang="en-IN" spc="-25" dirty="0"/>
              <a:t>4</a:t>
            </a:r>
            <a:r>
              <a:rPr spc="-25" dirty="0"/>
              <a:t>-2</a:t>
            </a:r>
            <a:r>
              <a:rPr lang="en-IN" spc="-25" dirty="0"/>
              <a:t>5</a:t>
            </a:r>
            <a:endParaRPr spc="-25" dirty="0"/>
          </a:p>
        </p:txBody>
      </p:sp>
      <p:sp>
        <p:nvSpPr>
          <p:cNvPr id="6" name="object 6"/>
          <p:cNvSpPr txBox="1"/>
          <p:nvPr/>
        </p:nvSpPr>
        <p:spPr>
          <a:xfrm>
            <a:off x="11176507" y="6389149"/>
            <a:ext cx="101600" cy="1943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z="1200" spc="-50" dirty="0">
                <a:latin typeface="Times New Roman"/>
                <a:cs typeface="Times New Roman"/>
              </a:rPr>
              <a:t>5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8CD62-EFDC-7D93-C075-F10016B04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44A718F-CDC2-156E-D98B-B0A1FEA016DF}"/>
              </a:ext>
            </a:extLst>
          </p:cNvPr>
          <p:cNvSpPr txBox="1"/>
          <p:nvPr/>
        </p:nvSpPr>
        <p:spPr>
          <a:xfrm>
            <a:off x="916635" y="325881"/>
            <a:ext cx="8902700" cy="51161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51735">
              <a:lnSpc>
                <a:spcPct val="100000"/>
              </a:lnSpc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P.A.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COLLEGE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OF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ENGINEERING</a:t>
            </a:r>
            <a:endParaRPr sz="2800" dirty="0">
              <a:latin typeface="Times New Roman"/>
              <a:cs typeface="Times New Roman"/>
            </a:endParaRPr>
          </a:p>
          <a:p>
            <a:pPr marL="1743075">
              <a:lnSpc>
                <a:spcPct val="100000"/>
              </a:lnSpc>
              <a:spcBef>
                <a:spcPts val="30"/>
              </a:spcBef>
            </a:pPr>
            <a:r>
              <a:rPr sz="2000" b="1" spc="-10" dirty="0">
                <a:latin typeface="Times New Roman"/>
                <a:cs typeface="Times New Roman"/>
              </a:rPr>
              <a:t>DEPARTMENT</a:t>
            </a:r>
            <a:r>
              <a:rPr sz="2000" b="1" spc="-4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OF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COMPUTER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SCIENCE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&amp;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ENGINEERING</a:t>
            </a:r>
            <a:endParaRPr sz="2000" dirty="0">
              <a:latin typeface="Times New Roman"/>
              <a:cs typeface="Times New Roman"/>
            </a:endParaRPr>
          </a:p>
          <a:p>
            <a:pPr marL="3549650" algn="ctr">
              <a:lnSpc>
                <a:spcPct val="100000"/>
              </a:lnSpc>
              <a:spcBef>
                <a:spcPts val="5"/>
              </a:spcBef>
            </a:pPr>
            <a:endParaRPr lang="en-IN" sz="2000" dirty="0">
              <a:latin typeface="Times New Roman"/>
              <a:cs typeface="Times New Roman"/>
            </a:endParaRPr>
          </a:p>
          <a:p>
            <a:pPr marL="3549650" algn="ctr">
              <a:lnSpc>
                <a:spcPct val="100000"/>
              </a:lnSpc>
              <a:spcBef>
                <a:spcPts val="5"/>
              </a:spcBef>
            </a:pPr>
            <a:r>
              <a:rPr lang="en-IN" sz="3200" b="1" spc="-10">
                <a:solidFill>
                  <a:srgbClr val="2D5395"/>
                </a:solidFill>
                <a:latin typeface="Times New Roman"/>
                <a:cs typeface="Times New Roman"/>
              </a:rPr>
              <a:t>WORK DONE</a:t>
            </a:r>
            <a:r>
              <a:rPr lang="en-IN" sz="3200" b="1" spc="-10" dirty="0">
                <a:solidFill>
                  <a:srgbClr val="2D5395"/>
                </a:solidFill>
                <a:latin typeface="Times New Roman"/>
                <a:cs typeface="Times New Roman"/>
              </a:rPr>
              <a:t/>
            </a:r>
            <a:endParaRPr sz="3200" dirty="0">
              <a:latin typeface="Times New Roman"/>
              <a:cs typeface="Times New Roman"/>
            </a:endParaRP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Deployed 3-model AttentionLSTM ensemble (e12+e13+c53, 12 features x 90-min window) for in-hospital mortality risk prediction.</a:t>
            </a: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Validation AUC 0.840; fresh unseen 20% set-B holdout AUC 0.834 (95% CI 0.825-0.843); one-time locked slices 0.828 / 0.818.</a:t>
            </a: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Operating point 0.70 gives precision approx. 0.50 at recall approx. 0.48 (holdout sensitivity 80.3%, specificity 75.2%).</a:t>
            </a: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FastAPI backend live: /ingest real-time scoring, /patients ranking, /patient/{id}/explain with SHAP and temporal attention.</a:t>
            </a: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React dashboard live: ranked risk board, 5 scenario simulations, threshold tuner with NEWS2 comparison, alert stream.</a:t>
            </a: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Explainability verified: SpO2, respiratory rate and systolic BP rank as top drivers; causal interpolation with no future leakage.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DDFDF824-E940-0A8E-1565-DC52A87033B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66119" y="0"/>
            <a:ext cx="1325879" cy="1411224"/>
          </a:xfrm>
          <a:prstGeom prst="rect">
            <a:avLst/>
          </a:prstGeom>
        </p:spPr>
      </p:pic>
      <p:sp>
        <p:nvSpPr>
          <p:cNvPr id="4" name="object 4">
            <a:extLst>
              <a:ext uri="{FF2B5EF4-FFF2-40B4-BE49-F238E27FC236}">
                <a16:creationId xmlns:a16="http://schemas.microsoft.com/office/drawing/2014/main" id="{6C0FF1B3-7DDB-CDF1-FD73-F122D3A481DA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0A7398D9-AB48-3357-73BC-1119C559109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5830570" y="6390368"/>
            <a:ext cx="522604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5" dirty="0"/>
              <a:t>202</a:t>
            </a:r>
            <a:r>
              <a:rPr lang="en-IN" spc="-25" dirty="0"/>
              <a:t>4</a:t>
            </a:r>
            <a:r>
              <a:rPr spc="-25" dirty="0"/>
              <a:t>-2</a:t>
            </a:r>
            <a:r>
              <a:rPr lang="en-IN" spc="-25" dirty="0"/>
              <a:t>5</a:t>
            </a:r>
            <a:endParaRPr spc="-25" dirty="0"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C959072B-2CA8-E713-4EEB-2A4619E9518A}"/>
              </a:ext>
            </a:extLst>
          </p:cNvPr>
          <p:cNvSpPr txBox="1"/>
          <p:nvPr/>
        </p:nvSpPr>
        <p:spPr>
          <a:xfrm>
            <a:off x="11176507" y="6389149"/>
            <a:ext cx="101600" cy="1943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z="1200" spc="-50" dirty="0">
                <a:latin typeface="Times New Roman"/>
                <a:cs typeface="Times New Roman"/>
              </a:rPr>
              <a:t>5</a:t>
            </a:r>
            <a:endParaRPr sz="12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62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0374D-626A-5B66-692A-BF297A963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B30F311-A52E-D32E-79CF-E68F204EEFA0}"/>
              </a:ext>
            </a:extLst>
          </p:cNvPr>
          <p:cNvSpPr txBox="1"/>
          <p:nvPr/>
        </p:nvSpPr>
        <p:spPr>
          <a:xfrm>
            <a:off x="916635" y="325881"/>
            <a:ext cx="9949484" cy="51161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51735">
              <a:lnSpc>
                <a:spcPct val="100000"/>
              </a:lnSpc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P.A.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COLLEGE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OF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ENGINEERING</a:t>
            </a:r>
            <a:endParaRPr sz="2800" dirty="0">
              <a:latin typeface="Times New Roman"/>
              <a:cs typeface="Times New Roman"/>
            </a:endParaRPr>
          </a:p>
          <a:p>
            <a:pPr marL="1743075">
              <a:lnSpc>
                <a:spcPct val="100000"/>
              </a:lnSpc>
              <a:spcBef>
                <a:spcPts val="30"/>
              </a:spcBef>
            </a:pPr>
            <a:r>
              <a:rPr sz="2000" b="1" spc="-10" dirty="0">
                <a:latin typeface="Times New Roman"/>
                <a:cs typeface="Times New Roman"/>
              </a:rPr>
              <a:t>DEPARTMENT</a:t>
            </a:r>
            <a:r>
              <a:rPr sz="2000" b="1" spc="-4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OF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COMPUTER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SCIENCE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&amp;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ENGINEERING</a:t>
            </a:r>
            <a:endParaRPr sz="2000" dirty="0">
              <a:latin typeface="Times New Roman"/>
              <a:cs typeface="Times New Roman"/>
            </a:endParaRPr>
          </a:p>
          <a:p>
            <a:pPr marL="3799840">
              <a:lnSpc>
                <a:spcPct val="100000"/>
              </a:lnSpc>
              <a:spcBef>
                <a:spcPts val="5"/>
              </a:spcBef>
            </a:pPr>
            <a:endParaRPr lang="en-IN" sz="2000" dirty="0">
              <a:latin typeface="Times New Roman"/>
              <a:cs typeface="Times New Roman"/>
            </a:endParaRPr>
          </a:p>
          <a:p>
            <a:pPr marL="3799840">
              <a:lnSpc>
                <a:spcPct val="100000"/>
              </a:lnSpc>
              <a:spcBef>
                <a:spcPts val="5"/>
              </a:spcBef>
            </a:pPr>
            <a:r>
              <a:rPr lang="en-IN" sz="3200" b="1" spc="-10" dirty="0">
                <a:solidFill>
                  <a:srgbClr val="2D5395"/>
                </a:solidFill>
                <a:latin typeface="Times New Roman"/>
                <a:cs typeface="Times New Roman"/>
              </a:rPr>
              <a:t>FUTURE ROADMAP</a:t>
            </a:r>
            <a:endParaRPr sz="3200" dirty="0">
              <a:latin typeface="Times New Roman"/>
              <a:cs typeface="Times New Roman"/>
            </a:endParaRP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Prospective validation, calibration reporting and clinician review before any clinical use (research prototype only).</a:t>
            </a: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Migrate training to MIMIC-IV / eICU for larger modern cohort with fairness and subgroup analysis.</a:t>
            </a: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Upgrade to Temporal Fusion Transformer for longer histories and improved temporal modeling.</a:t>
            </a: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Multimodal fusion: integrate clinical notes with BioBERT alongside vitals and labs.</a:t>
            </a: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Federated learning across hospitals with TinyML edge deployment for privacy-preserving monitoring.</a:t>
            </a:r>
          </a:p>
          <a:p>
            <a:pPr algn="just">
              <a:lnSpc>
                <a:spcPct val="150000"/>
              </a:lnSpc>
            </a:pPr>
            <a:r>
              <a:rPr sz="1800">
                <a:latin typeface="Times New Roman"/>
              </a:rPr>
              <a:t>Mistake-driven retraining loop: queue confirmed misses and false alarms into weighted retraining with fresh-holdout gating.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060ED64C-D3F8-AA81-272D-F0E04FE64AF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66119" y="0"/>
            <a:ext cx="1325879" cy="1411224"/>
          </a:xfrm>
          <a:prstGeom prst="rect">
            <a:avLst/>
          </a:prstGeom>
        </p:spPr>
      </p:pic>
      <p:sp>
        <p:nvSpPr>
          <p:cNvPr id="4" name="object 4">
            <a:extLst>
              <a:ext uri="{FF2B5EF4-FFF2-40B4-BE49-F238E27FC236}">
                <a16:creationId xmlns:a16="http://schemas.microsoft.com/office/drawing/2014/main" id="{778550C6-287A-E13A-208E-3F92D29657B3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EE294C56-3A10-36DB-4A53-7D4FD6316B28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5830570" y="6390368"/>
            <a:ext cx="522604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5" dirty="0"/>
              <a:t>202</a:t>
            </a:r>
            <a:r>
              <a:rPr lang="en-IN" spc="-25" dirty="0"/>
              <a:t>4</a:t>
            </a:r>
            <a:r>
              <a:rPr spc="-25" dirty="0"/>
              <a:t>-2</a:t>
            </a:r>
            <a:r>
              <a:rPr lang="en-IN" spc="-25" dirty="0"/>
              <a:t>5</a:t>
            </a:r>
            <a:endParaRPr spc="-25" dirty="0"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79E02AC7-BEA9-BBF9-A1FF-59A5478CB3CE}"/>
              </a:ext>
            </a:extLst>
          </p:cNvPr>
          <p:cNvSpPr txBox="1"/>
          <p:nvPr/>
        </p:nvSpPr>
        <p:spPr>
          <a:xfrm>
            <a:off x="11176507" y="6389149"/>
            <a:ext cx="101600" cy="1943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z="1200" spc="-50" dirty="0">
                <a:latin typeface="Times New Roman"/>
                <a:cs typeface="Times New Roman"/>
              </a:rPr>
              <a:t>6</a:t>
            </a:r>
            <a:endParaRPr sz="12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16556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716271" y="1591437"/>
            <a:ext cx="2748280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10" dirty="0">
                <a:latin typeface="Times New Roman"/>
                <a:cs typeface="Times New Roman"/>
              </a:rPr>
              <a:t>REFERENCES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916635" y="2467101"/>
            <a:ext cx="6219825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95"/>
              </a:spcBef>
              <a:spcAft>
                <a:spcPts val="200"/>
              </a:spcAft>
              <a:buFont typeface="Arial MT"/>
              <a:buChar char="•"/>
              <a:tabLst>
                <a:tab pos="240029" algn="l"/>
              </a:tabLst>
            </a:pPr>
            <a:r>
              <a:rPr sz="1100">
                <a:latin typeface="Times New Roman"/>
              </a:rPr>
              <a:t>[1] Z. Zheng et al., "Development and Validation of a Dynamic Real-Time Risk Prediction Model for ICU Patients," J. Med. Internet Res., vol. 27, e69293, 2025. (Base paper)</a:t>
            </a:r>
            <a:endParaRPr spc="-10" dirty="0"/>
          </a:p>
          <a:p>
            <a:pPr algn="just">
              <a:lnSpc>
                <a:spcPct val="100000"/>
              </a:lnSpc>
              <a:spcAft>
                <a:spcPts val="200"/>
              </a:spcAft>
            </a:pPr>
            <a:r>
              <a:rPr sz="1100">
                <a:latin typeface="Times New Roman"/>
              </a:rPr>
              <a:t>[2] T. I. Alshwaheen et al., "Novel Framework of Patient Deterioration Prediction in ICU Based on LSTM-RNN," IEEE Access, vol. 9, 2021.</a:t>
            </a:r>
          </a:p>
          <a:p>
            <a:pPr algn="just">
              <a:lnSpc>
                <a:spcPct val="100000"/>
              </a:lnSpc>
              <a:spcAft>
                <a:spcPts val="200"/>
              </a:spcAft>
            </a:pPr>
            <a:r>
              <a:rPr sz="1100">
                <a:latin typeface="Times New Roman"/>
              </a:rPr>
              <a:t>[3] E. Choi et al., "Deep Interpretable Early Warning System for Detection of Clinical Deterioration," IEEE J. Biomed. Health Informat., vol. 24, no. 9, 2020.</a:t>
            </a:r>
          </a:p>
          <a:p>
            <a:pPr algn="just">
              <a:lnSpc>
                <a:spcPct val="100000"/>
              </a:lnSpc>
              <a:spcAft>
                <a:spcPts val="200"/>
              </a:spcAft>
            </a:pPr>
            <a:r>
              <a:rPr sz="1100">
                <a:latin typeface="Times New Roman"/>
              </a:rPr>
              <a:t>[4] Y. Li et al., "Attention Residual LSTM-FCN for Inpatient Mortality Prediction," IEEE Access, vol. 13, 2025.</a:t>
            </a:r>
          </a:p>
          <a:p>
            <a:pPr algn="just">
              <a:lnSpc>
                <a:spcPct val="100000"/>
              </a:lnSpc>
              <a:spcAft>
                <a:spcPts val="200"/>
              </a:spcAft>
            </a:pPr>
            <a:r>
              <a:rPr sz="1100">
                <a:latin typeface="Times New Roman"/>
              </a:rPr>
              <a:t>[5] PULSE-ICU: Pretrained Unified Long-Sequence Encoder for Multi-task ICU Prediction, arXiv:2511.22199, 2025.</a:t>
            </a:r>
          </a:p>
          <a:p>
            <a:pPr algn="just">
              <a:lnSpc>
                <a:spcPct val="100000"/>
              </a:lnSpc>
              <a:spcAft>
                <a:spcPts val="200"/>
              </a:spcAft>
            </a:pPr>
            <a:r>
              <a:rPr sz="1100">
                <a:latin typeface="Times New Roman"/>
              </a:rPr>
              <a:t>[6] GARLIC: Graph Attention-based Relational Learning of Multivariate Time Series in ICU, arXiv:2608.10969, 2026.</a:t>
            </a:r>
          </a:p>
          <a:p>
            <a:pPr algn="just">
              <a:lnSpc>
                <a:spcPct val="100000"/>
              </a:lnSpc>
              <a:spcAft>
                <a:spcPts val="200"/>
              </a:spcAft>
            </a:pPr>
            <a:r>
              <a:rPr sz="1100">
                <a:latin typeface="Times New Roman"/>
              </a:rPr>
              <a:t>[7] Z. Yan et al., "Deep learning-based in-hospital mortality prediction using long-term sequential ICU data," PeerJ, vol. 14, e21631, 2026.</a:t>
            </a:r>
          </a:p>
          <a:p>
            <a:pPr algn="just">
              <a:lnSpc>
                <a:spcPct val="100000"/>
              </a:lnSpc>
              <a:spcAft>
                <a:spcPts val="200"/>
              </a:spcAft>
            </a:pPr>
            <a:r>
              <a:rPr sz="1100">
                <a:latin typeface="Times New Roman"/>
              </a:rPr>
              <a:t>[8] M. R. Scheid et al., "Clinical wearable deep learning based continuous deterioration prediction," Nature Commun., vol. 16, 9513, 2025.</a:t>
            </a:r>
          </a:p>
          <a:p>
            <a:pPr algn="just">
              <a:lnSpc>
                <a:spcPct val="100000"/>
              </a:lnSpc>
              <a:spcAft>
                <a:spcPts val="200"/>
              </a:spcAft>
            </a:pPr>
            <a:r>
              <a:rPr sz="1100">
                <a:latin typeface="Times New Roman"/>
              </a:rPr>
              <a:t>[9] PhysioNet/Computing in Cardiology Challenge 2012: Predicting Mortality of ICU Patients (4,000 stays, 37 variables).</a:t>
            </a:r>
          </a:p>
          <a:p>
            <a:pPr algn="just">
              <a:lnSpc>
                <a:spcPct val="100000"/>
              </a:lnSpc>
              <a:spcAft>
                <a:spcPts val="200"/>
              </a:spcAft>
            </a:pPr>
            <a:r>
              <a:rPr sz="1100">
                <a:latin typeface="Times New Roman"/>
              </a:rPr>
              <a:t>[10] L. Wang et al., "Expert Augmented Prediction of Circulatory and Respiratory Instability," npj Digit. Med., 2026.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68552" cy="141122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66119" y="0"/>
            <a:ext cx="1325879" cy="141122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912620" y="408431"/>
            <a:ext cx="8392668" cy="595884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pc="-20" dirty="0"/>
              <a:t>DEPT.</a:t>
            </a:r>
            <a:r>
              <a:rPr spc="-3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25" dirty="0"/>
              <a:t>CSE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2257551" y="6396535"/>
            <a:ext cx="5207000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r">
              <a:lnSpc>
                <a:spcPts val="1410"/>
              </a:lnSpc>
            </a:pPr>
            <a:r>
              <a:rPr sz="1200" spc="-25" dirty="0">
                <a:latin typeface="Times New Roman"/>
                <a:cs typeface="Times New Roman"/>
              </a:rPr>
              <a:t>202</a:t>
            </a:r>
            <a:r>
              <a:rPr lang="en-IN" sz="1200" spc="-25" dirty="0">
                <a:latin typeface="Times New Roman"/>
                <a:cs typeface="Times New Roman"/>
              </a:rPr>
              <a:t>4-25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THANK</a:t>
            </a:r>
            <a:r>
              <a:rPr spc="-275" dirty="0"/>
              <a:t> </a:t>
            </a:r>
            <a:r>
              <a:rPr spc="-25" dirty="0"/>
              <a:t>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Words>470</Words>
  <Application>Microsoft Office PowerPoint</Application>
  <PresentationFormat>Widescreen</PresentationFormat>
  <Paragraphs>113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 MT</vt:lpstr>
      <vt:lpstr>Calibri</vt:lpstr>
      <vt:lpstr>Times New Roman</vt:lpstr>
      <vt:lpstr>Office Theme</vt:lpstr>
      <vt:lpstr>P.A. COLLEGE OF ENGINEERING DEPARTMENT OF COMPUTER SCIENCE &amp; ENGINEERING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RAIHANA HAIDER</dc:creator>
  <cp:lastModifiedBy>RAIHANA HAIDER</cp:lastModifiedBy>
  <cp:revision>4</cp:revision>
  <dcterms:created xsi:type="dcterms:W3CDTF">2024-04-16T04:12:02Z</dcterms:created>
  <dcterms:modified xsi:type="dcterms:W3CDTF">2025-03-20T08:55:59Z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2024-03-18T00:00:00Z</vt:filetime>
  </property>
  <property fmtid="{D5CDD505-2E9C-101B-9397-08002B2CF9AE}" pid="3" name="Creator">
    <vt:lpwstr>Microsoft® PowerPoint® 2013</vt:lpwstr>
  </property>
  <property fmtid="{D5CDD505-2E9C-101B-9397-08002B2CF9AE}" pid="4" name="LastSaved">
    <vt:filetime>2024-04-16T00:00:00Z</vt:filetime>
  </property>
  <property fmtid="{D5CDD505-2E9C-101B-9397-08002B2CF9AE}" pid="5" name="Producer">
    <vt:lpwstr>Microsoft® PowerPoint® 2013</vt:lpwstr>
  </property>
</Properties>
</file>